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7D6C-2A67-D6AA-AF59-7C12D2558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C4F4A-F9B3-E7B1-8F82-33BF77DB6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3498-7523-757A-7989-4C7A672E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077DE-15F7-B551-06BB-4958BE5B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588D4-CE54-9FE1-F33A-2C093CCE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2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C0E2-A6F4-3255-A3B0-84DB39C9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A6183-F907-D6E6-4623-C0C270F95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D664-03C7-3C35-789A-7697715D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6C5D-9823-F3E2-52EC-E6A9E20E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35F17-3C4F-3F29-00B9-85B5B188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5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55A6-501D-4652-94A5-09BB7D13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C76A7-D288-E6EE-2CB3-3066396B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92D4-D200-8BF7-ECBE-31493741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48DF-FF0B-7667-E4E3-682649E0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E7A4B-8D2E-AE9E-25EA-A3BDF860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E2C2-65CE-175A-C3F3-8F0BBE7B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1293-BD0A-8284-CCC5-A559DA043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D432-AE2F-B7CE-8143-731D3F7AB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AE9DE-09A4-8F8E-44B2-22F3109E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62CDE-2244-749D-FFAC-B2ACB24D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99F9A-9342-C718-604B-27311872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6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EA68-953F-1C79-BDD8-5DB388E6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6FA43-1B14-9E38-14D4-C53DF3E44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4BB38-8E92-7334-7EEC-F8AD3AEFA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A1F15-FA70-F742-A29F-677CE4ABE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58619-D050-B439-E1D7-00232F5A3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D80E1-768B-19F8-8DB9-5A400DB8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673A8-C73E-8297-D3E7-5EB9A500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55D7A-B51D-8AAA-6845-E2FC54C6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0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6BFD-4536-FF64-DEB7-1DABA9AF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1B8A9F-20CA-4EDE-CE87-6540284C3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7D664-A951-410A-C10E-B3786E9B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275EE-C627-2595-2014-1DEC0D51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E5B92-21C4-F2B0-588B-838859C3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4BD32-88E6-7440-B7DB-9450B7FA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D29D4-2613-172C-89F6-07056925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5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78BF-A7C8-A638-1B55-0050707A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99DC-3124-6882-C5BF-B062FD9B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8E82D-242D-F588-E4D9-EA3BDD5C2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DA35-7F04-40EF-D201-D1FFE84D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984AA-A4B0-4B25-F663-1832FFBB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277E-F90D-9E65-33CE-368BEB93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9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B70A-8BF4-5932-EAB8-E02AC33F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6C67F-0C5A-6A3F-13CD-AE7273663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ECFE2-314B-A55D-6471-1C16F8652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D3D02-3E06-9C5C-72CA-B039F027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F23-5AC7-1CCE-5619-900B5E61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337A4-CE32-0C15-2E57-87260B76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78C8-ED1A-2984-7D0C-14B922FA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6FAAA-E2CD-1B61-8B6B-3119A973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9006-43EE-F298-2A08-8575EF06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B47EF-D0D0-8FBB-06D6-D809395B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54135-839E-E67C-6ADA-344F0A28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99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49ABF-B4A2-ED3C-2287-EFA3A1821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ACFAC-C065-A64A-87D0-8B3D20CCF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89505-CE93-54C1-6B9F-9AFC32C2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6C2DD-B226-A8C9-5223-542C9801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BA20-3178-7DC8-AAB1-D7174D50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1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6B855-FA03-AD63-9E6F-FDB1CDAD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AF5BB-4335-286D-A48E-86F3CDDE1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A5AF0-FA9B-7CD5-64F4-C60532ECE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06349-037A-4202-8054-FFD1E79D68D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6DC4-3617-20F0-CA7D-C49E7AEAC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B7E1-5D56-E185-8F74-45C7930C5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7544C-5EB2-4865-8CDD-5F448FC0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2C4379-46D7-7410-3F10-C38EF4930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7EB837-EEBE-DB45-0B7B-74DDBACE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9541C3-0773-08DA-55C2-30697888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3230880"/>
            <a:ext cx="664464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1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40ACF5-F059-B0C2-261E-24959DBF83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F0082E-ED64-5913-1A1C-815036F3D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2509474"/>
            <a:ext cx="6380480" cy="337316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A558A3-AABD-F4D3-E60E-CEA7A993BE56}"/>
              </a:ext>
            </a:extLst>
          </p:cNvPr>
          <p:cNvSpPr/>
          <p:nvPr/>
        </p:nvSpPr>
        <p:spPr>
          <a:xfrm>
            <a:off x="5232400" y="1249680"/>
            <a:ext cx="6461760" cy="1259794"/>
          </a:xfrm>
          <a:prstGeom prst="roundRect">
            <a:avLst>
              <a:gd name="adj" fmla="val 7184"/>
            </a:avLst>
          </a:prstGeom>
          <a:solidFill>
            <a:srgbClr val="1A19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5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375A7A8-0A84-443E-6BF2-580AF51EE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D5DD7-65BA-D844-B739-140F85CC7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84" y="1441347"/>
            <a:ext cx="5188056" cy="2419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97F343-D7AA-4883-2AE1-060AB91AE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784" y="4049979"/>
            <a:ext cx="5188056" cy="241945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5C745B-3A97-E1CF-6EA0-D0EA0DE311B9}"/>
              </a:ext>
            </a:extLst>
          </p:cNvPr>
          <p:cNvSpPr/>
          <p:nvPr/>
        </p:nvSpPr>
        <p:spPr>
          <a:xfrm>
            <a:off x="10657840" y="1087120"/>
            <a:ext cx="894080" cy="5382312"/>
          </a:xfrm>
          <a:prstGeom prst="roundRect">
            <a:avLst/>
          </a:prstGeom>
          <a:solidFill>
            <a:srgbClr val="1A19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4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8B0977-760C-EFC9-1519-05FAF6505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8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9F2B85-E911-010D-1C9E-BE0BFD3F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4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Ashraf Abdel Hamid</dc:creator>
  <cp:lastModifiedBy>Mazen Ashraf Abdel Hamid</cp:lastModifiedBy>
  <cp:revision>2</cp:revision>
  <dcterms:created xsi:type="dcterms:W3CDTF">2026-05-03T12:16:38Z</dcterms:created>
  <dcterms:modified xsi:type="dcterms:W3CDTF">2026-05-03T13:49:17Z</dcterms:modified>
</cp:coreProperties>
</file>